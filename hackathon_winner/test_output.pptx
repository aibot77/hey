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733EE"/>
                </a:solidFill>
              </a:defRPr>
            </a:pPr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People waste hours summarizing meetings and prepping decks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733EE"/>
                </a:solidFill>
              </a:defRPr>
            </a:pPr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AI-powered automation</a:t>
            </a:r>
          </a:p>
          <a:p>
            <a:pPr>
              <a:defRPr sz="2000">
                <a:latin typeface="Arial"/>
              </a:defRPr>
            </a:pPr>
            <a:r>
              <a:t>10x faster</a:t>
            </a:r>
          </a:p>
          <a:p>
            <a:pPr>
              <a:defRPr sz="2000">
                <a:latin typeface="Arial"/>
              </a:defRPr>
            </a:pPr>
            <a:r>
              <a:t>Seamless 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733EE"/>
                </a:solidFill>
              </a:defRPr>
            </a:pPr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Demo-ready</a:t>
            </a:r>
          </a:p>
          <a:p>
            <a:pPr>
              <a:defRPr sz="2000">
                <a:latin typeface="Arial"/>
              </a:defRPr>
            </a:pPr>
            <a:r>
              <a:t>Key features</a:t>
            </a:r>
          </a:p>
          <a:p>
            <a:pPr>
              <a:defRPr sz="2000">
                <a:latin typeface="Arial"/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733EE"/>
                </a:solidFill>
              </a:defRPr>
            </a:pPr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Beachhead segment</a:t>
            </a:r>
          </a:p>
          <a:p>
            <a:pPr>
              <a:defRPr sz="2000">
                <a:latin typeface="Arial"/>
              </a:defRPr>
            </a:pPr>
            <a:r>
              <a:t>TAM/SAM/SOM</a:t>
            </a:r>
          </a:p>
          <a:p>
            <a:pPr>
              <a:defRPr sz="2000">
                <a:latin typeface="Arial"/>
              </a:defRPr>
            </a:pPr>
            <a:r>
              <a:t>Why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733EE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SaaS tiers</a:t>
            </a:r>
          </a:p>
          <a:p>
            <a:pPr>
              <a:defRPr sz="2000">
                <a:latin typeface="Arial"/>
              </a:defRPr>
            </a:pPr>
            <a:r>
              <a:t>Enterprise upsell</a:t>
            </a:r>
          </a:p>
          <a:p>
            <a:pPr>
              <a:defRPr sz="2000">
                <a:latin typeface="Arial"/>
              </a:defRPr>
            </a:pPr>
            <a:r>
              <a:t>Partnerships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7733EE"/>
                </a:solidFill>
              </a:defRPr>
            </a:pPr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Arial"/>
              </a:defRPr>
            </a:pPr>
            <a:r>
              <a:t>ICP</a:t>
            </a:r>
          </a:p>
          <a:p>
            <a:pPr>
              <a:defRPr sz="2000">
                <a:latin typeface="Arial"/>
              </a:defRPr>
            </a:pPr>
            <a:r>
              <a:t>Channels</a:t>
            </a:r>
          </a:p>
          <a:p>
            <a:pPr>
              <a:defRPr sz="2000">
                <a:latin typeface="Arial"/>
              </a:defRPr>
            </a:pPr>
            <a:r>
              <a:t>Messaging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